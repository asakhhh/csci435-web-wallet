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motivation, then state this project as a practical blockchain engineering prototype.</a:t>
            </a: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onboarding and account handling before demoing transactions.</a:t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message routing and how provider requests become signed blockchain actions.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these choices to risk reduction against local secret exposure and accidental signing.</a:t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this as engineering trade-offs and concrete mitigation steps.</a:t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explicit that this is a functional prototype with clear roadmap items.</a:t>
            </a:r>
            <a:endParaRPr/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with project impact and invite Q&amp;A.</a:t>
            </a:r>
            <a:endParaRPr/>
          </a:p>
        </p:txBody>
      </p:sp>
      <p:sp>
        <p:nvSpPr>
          <p:cNvPr id="132" name="Google Shape;13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11C4E"/>
                </a:solidFill>
              </a:rPr>
              <a:t>CSCI435 HD Web Wallet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None/>
            </a:pPr>
            <a:r>
              <a:rPr b="0" lang="en-US" sz="1800">
                <a:solidFill>
                  <a:srgbClr val="1E1E1E"/>
                </a:solidFill>
              </a:rPr>
              <a:t>Final Project Presentation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1E1E1E"/>
              </a:buClr>
              <a:buSzPts val="1800"/>
              <a:buNone/>
            </a:pPr>
            <a:r>
              <a:rPr lang="en-US" sz="1800">
                <a:solidFill>
                  <a:srgbClr val="1E1E1E"/>
                </a:solidFill>
              </a:rPr>
              <a:t>Adi Sakhantayev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Problem Statement and Goal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Users need a secure, usable wallet to manage keys and sign blockchain actions.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lang="en-US" sz="2100">
                <a:solidFill>
                  <a:srgbClr val="1E1E1E"/>
                </a:solidFill>
              </a:rPr>
              <a:t>This project is </a:t>
            </a:r>
            <a:r>
              <a:rPr b="0" lang="en-US" sz="2100">
                <a:solidFill>
                  <a:srgbClr val="1E1E1E"/>
                </a:solidFill>
              </a:rPr>
              <a:t>a browser-extension HD wallet for transactions and dApp interaction.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Goal: connect user-friendly wallet UX with real blockchain transaction flow.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Wallet Onboarding and Account Management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Create wallet from generated mnemonic or import via seed/private key.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Unlock with password; encrypted local storage for secrets.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Derive HD accounts and import external private-key accounts.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Select active account and refresh Sepolia balance.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dApp Provider and RPC Integration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Injected provider exposes window.ethereum for dApp compatibility.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Content script bridges page messages to extension runtime.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Background service worker handles RPC methods (accounts, chainId, getBalance, sign, send).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Sepolia-only network support in current version.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Security Design Choices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PBKDF2 + AES-GCM encrypts seed phrases and private keys before storage.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Session password stored in chrome.storage.session and cleared on lock.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Sensitive RPC requests require explicit user approval notifications.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Wallet remains blocked for signing when locked.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C4E"/>
                </a:solidFill>
                <a:latin typeface="Calibri"/>
                <a:ea typeface="Calibri"/>
                <a:cs typeface="Calibri"/>
                <a:sym typeface="Calibri"/>
              </a:rPr>
              <a:t>Challenges and Solutions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57200" y="1097280"/>
            <a:ext cx="5394960" cy="53949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Secure key storage in browser extension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Reliable page-to-extension communication for provider RPC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Mixed account types (HD and imported private keys)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309360" y="1097280"/>
            <a:ext cx="5394960" cy="53949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Encrypted storage model with key derivation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Injected provider + content bridge + background handler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Active-account metadata and source-aware signer logic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- User approval notifications with timeout/reject handling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Limitations and Future Work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Current limitations: Sepolia-only, limited RPC coverage, basic confirmation UX.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Future: multi-network support and richer transaction confirmation UI.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Future: expanded EIP/provider compatibility and stronger end-to-end test coverage.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Future: optional hardware wallet integration and improved modular UI architecture.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C4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11C4E"/>
                </a:solidFill>
              </a:rPr>
              <a:t>Conclusion and References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Built a working extension wallet integrating UX, key management, and blockchain transactions.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1E1E1E"/>
              </a:buClr>
              <a:buSzPts val="2100"/>
              <a:buChar char="•"/>
            </a:pPr>
            <a:r>
              <a:rPr b="0" lang="en-US" sz="2100">
                <a:solidFill>
                  <a:srgbClr val="1E1E1E"/>
                </a:solidFill>
              </a:rPr>
              <a:t>References: Ethereum JSON-RPC docs, Ethers v6 docs, BIP-39, Chrome Extensions docs.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